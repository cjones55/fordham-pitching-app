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a8dc4b505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a8dc4b50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8dc4b505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a8dc4b50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a8dc4b505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a8dc4b50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a8dc4b505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a8dc4b50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a8dc4b505_0_1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a8dc4b50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8dc4b50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a8dc4b50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8dc4b505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a8dc4b50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8dc4b505_0_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a8dc4b50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DM Sans"/>
                <a:ea typeface="DM Sans"/>
                <a:cs typeface="DM Sans"/>
                <a:sym typeface="DM Sans"/>
              </a:rPr>
              <a:t>Pitching Evolution of College Baseball</a:t>
            </a:r>
            <a:endParaRPr sz="5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Machine Learning System for Modeling Stuff+, Location+, and Pitcher Development Using Division I TrackMan Data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998400" y="4616950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Chris Jones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Background/Problem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-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Since 2022, Trackman (doppler radar system) has become streamline </a:t>
            </a: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within NCAA Division 1 stadiums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-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Thousands of pitches are tracked each day in-depth giving advanced statistics such as iVB (induced vertical break), spin rate (in RPM), HB (horizontal break), velocity, and many other metrics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-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There is a lack of processing and understanding of these metrics and what pitch-types/shapes truly lead to success 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-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current methods used by College Baseball programs model pitches based on how they would succeed in Major League Baseball leading to poor correlation to the college game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-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numbers have less deviation making it harder to understand the variation between a players pitches, and where development could be made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Dataset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My work with the Fordham Coaching Staff allowed access to the Private Trackman server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Server is on FileZilla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Updates daily, contains data from 2022-Present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Over 20,000 CSVs (0ver 25 Million 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individual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pitches) were pulled using a Python 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ingestion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script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These CSVs contain all game information including teams, innings, 5+ hitter metrics, 15+ pitcher throwing metrics, and player 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positioning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Two Models: Stuff+ and Location+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9999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Stuff+ (CSW Based)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Predicts the probability that a pitching will be a called, or swinging strike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 only pitcher ball flight metrics — velocity, IVB, HB, spin, Ext, RelS, VAA, HAA — so it measures </a:t>
            </a:r>
            <a:r>
              <a:rPr i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true pitch quality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not outcomes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LightGBM used to create model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4832400" y="1152475"/>
            <a:ext cx="3999900" cy="33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Loc+ (Run-Value Based)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Predicts expected run value based on pitch location, count, and pitch type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favors and uses </a:t>
            </a:r>
            <a:r>
              <a:rPr i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command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rather than raw stuff/”nastiness” of the pitch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LightGBM used to create model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Both models are scaled so </a:t>
            </a: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100 = Division I average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not MLB averages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951550" y="3333500"/>
            <a:ext cx="3715500" cy="15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</a:t>
            </a:r>
            <a:r>
              <a:rPr lang="en"/>
              <a:t>Performance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4121400" cy="29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3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Stuff+ (CSW Based)</a:t>
            </a:r>
            <a:endParaRPr sz="2153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886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n" sz="167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ROC‑AUC: 0.70</a:t>
            </a:r>
            <a:r>
              <a:rPr lang="en" sz="167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strong ranking ability despite class imbalance</a:t>
            </a:r>
            <a:endParaRPr sz="167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886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n" sz="167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Log Loss: 0.54</a:t>
            </a:r>
            <a:r>
              <a:rPr lang="en" sz="167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- well‑calibrated probabilities</a:t>
            </a:r>
            <a:endParaRPr sz="167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886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7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Accuracy/Recall low by design due to rare CSW events</a:t>
            </a:r>
            <a:endParaRPr sz="167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886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n" sz="167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Takeaway:</a:t>
            </a:r>
            <a:r>
              <a:rPr lang="en" sz="167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Model reliably distinguishes “nasty”  pitches and produces stable probabilities for scaling into Stuff+</a:t>
            </a:r>
            <a:endParaRPr sz="167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832400" y="1152475"/>
            <a:ext cx="3999900" cy="32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Loc+ (Run-Value Based)</a:t>
            </a:r>
            <a:endParaRPr sz="2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940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M Sans"/>
              <a:buChar char="-"/>
            </a:pPr>
            <a:r>
              <a:rPr b="1" lang="en" sz="168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RMSE: 0.163 vs 0.169 baseline</a:t>
            </a:r>
            <a:endParaRPr b="1" sz="168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94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M Sans"/>
              <a:buChar char="-"/>
            </a:pPr>
            <a:r>
              <a:rPr b="1" lang="en" sz="168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MAE: 0.067 vs 0.072 baseline</a:t>
            </a:r>
            <a:endParaRPr b="1" sz="168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94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M Sans"/>
              <a:buChar char="-"/>
            </a:pPr>
            <a:r>
              <a:rPr b="1" lang="en" sz="168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R²: 0.07</a:t>
            </a:r>
            <a:r>
              <a:rPr lang="en" sz="168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— typical for pitch‑level run‑value prediction</a:t>
            </a:r>
            <a:endParaRPr sz="168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94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DM Sans"/>
              <a:buChar char="-"/>
            </a:pPr>
            <a:r>
              <a:rPr b="1" lang="en" sz="168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Takeaway:</a:t>
            </a:r>
            <a:r>
              <a:rPr lang="en" sz="168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Model captures meaningful patterns in pitch location and count leverage, outperforming simple league‑average baselines</a:t>
            </a:r>
            <a:endParaRPr sz="168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Leaderboards &amp; Player Insights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Stuff+</a:t>
            </a:r>
            <a:endParaRPr/>
          </a:p>
        </p:txBody>
      </p:sp>
      <p:sp>
        <p:nvSpPr>
          <p:cNvPr id="90" name="Google Shape;9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Loc+</a:t>
            </a:r>
            <a:endParaRPr/>
          </a:p>
        </p:txBody>
      </p:sp>
      <p:pic>
        <p:nvPicPr>
          <p:cNvPr id="91" name="Google Shape;91;p18" title="Screenshot 2026-05-04 at 10.28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4"/>
            <a:ext cx="4161152" cy="284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6-05-04 at 10.29.4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050" y="1152475"/>
            <a:ext cx="4161152" cy="28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84650" y="3992950"/>
            <a:ext cx="3413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100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→ exactly average for Division I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120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→ one standard deviation above average (elite)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80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→ one standard deviation below average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Leaderboards &amp; Player Insights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Loc+</a:t>
            </a:r>
            <a:endParaRPr/>
          </a:p>
        </p:txBody>
      </p:sp>
      <p:pic>
        <p:nvPicPr>
          <p:cNvPr id="100" name="Google Shape;100;p19" title="pitchtyp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299" y="1071075"/>
            <a:ext cx="6231400" cy="37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Leaderboards &amp; Player Insights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6" name="Google Shape;106;p20" title="loc+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788" y="1017735"/>
            <a:ext cx="6213676" cy="370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Example Usage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" name="Google Shape;112;p21"/>
          <p:cNvSpPr txBox="1"/>
          <p:nvPr>
            <p:ph idx="2" type="body"/>
          </p:nvPr>
        </p:nvSpPr>
        <p:spPr>
          <a:xfrm>
            <a:off x="6215450" y="781900"/>
            <a:ext cx="2689200" cy="3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Case Study-Alec Murray: Throws his fastball </a:t>
            </a: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45%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of the time, but it has a Stuff+ of </a:t>
            </a: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80.1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(below average). His cutter, thrown only </a:t>
            </a: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25.2%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of the time, has a Stuff+ of </a:t>
            </a: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112.6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(elite). The Location+ for these pitches is also not far 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apart.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From this information, Alec’s cutter is an underutilized pitch. He would have more success on the mound if he used his cutter more than his FB. A clear, simple, actionable development insight.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3" name="Google Shape;113;p21" title="Murray Alec_Season_Sum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0" y="1164088"/>
            <a:ext cx="6045650" cy="302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Conclusion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44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project produced: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Division I–calibrated Stuff+ and Location+ system for correcting understanding and scaling at the college game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scalable ingestion and feature‑engineering pipeline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Machine learning models built on 25M+ pitches and 4 years of NCAA Data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deployed analytics platform based on Streamlit for real player development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Future Goal: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Develop application with models so it can be sold as a service to other NCAA Baseball coaches so they can improve player development!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Works cited: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68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[1] 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Driveline Baseball, “Revisiting Stuff+,” 2024.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[2] FanGraphs, “Stuff+, Location+, and Pitching+ Primer,” 2023.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[3] CornBelters Baseball, “Stuff+ in Collegiate Baseball,” 2023.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[4] Rockland Peak Performance, “What Is Stuff+ and How Can It Help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You?,” 2022.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[5] LightGBM Developers, “LightGBM: A Highly Efficient Gradient Boost-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ing Framework,” 2017.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[6] Microsoft, “Streamlit Cloud Documentation,” 2024.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[7] MLB Baseball Savant, “Baseball Savant: Statcast Search and Pitch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Tracking,” 2024.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[8] TrackMan Baseball, “TrackMan Baseball System Overview and Tech-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nical Specifications,” 2024.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